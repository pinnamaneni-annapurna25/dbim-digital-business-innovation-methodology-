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DBIM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Big Bang ideas to prioritized, funded use cases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&amp; 2 explained, with worked examples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Annapurna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DBIM journey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method: structure the problem, prioritize it, then pitch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Structure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02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charter, bite-sized value chain, discovery to rationalization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64408" y="14630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Prioritize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19202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scoring, value mapping, ROI and feasibility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71616" y="14630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08776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Pitch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08776" y="19202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5-part pitch: problem, use case, value, feasibility, ask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on TechNova Solutions, then applied to a real organization (College Hostel Facilities Help Desk).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three core tools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building big; start building shared, small, ranked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thinking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charter per use case: owner, KPI, data sources, scope boundary and status. Business and engineering build the same thing.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64408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Bite-sized approach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18288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Big Bang goal into a value chain. Each step is its own 8-10 week sprint with its own owner and KPI, and delivers value alone.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to Rationalization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8288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every friction point without judging, then score each on Impact, Feasibility and Alignment (1-5). Total out of 15 picks the next sprint.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Use Case Charter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Laptop Provisioning (5+ days today)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fields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name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 (a role, not a department)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owner (a role)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measurable in 8-10 weeks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boundary (what is OUT)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Discovery / Rationalized / In Build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Annapurna's charter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82880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Owners: HR Onboarding Manager / IT Automation Lead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5+ days to 2 days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onboarding sheet, ticket queue, vendor records, directory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purchasing, vendor contracts, mobile devices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Discovery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Bite-sized value chain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"Fully automated onboarding" decomposed into sprint-sized use cases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08760" cy="1828800"/>
          </a:xfrm>
          <a:prstGeom prst="roundRect">
            <a:avLst>
              <a:gd name="adj" fmla="val 4848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Info Collection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wks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30552" y="1463040"/>
            <a:ext cx="1508760" cy="1828800"/>
          </a:xfrm>
          <a:prstGeom prst="roundRect">
            <a:avLst>
              <a:gd name="adj" fmla="val 4848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30552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221992" y="20574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 Access Provisioning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21992" y="2880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wks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03904" y="1463040"/>
            <a:ext cx="1508760" cy="1828800"/>
          </a:xfrm>
          <a:prstGeom prst="roundRect">
            <a:avLst>
              <a:gd name="adj" fmla="val 4848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03904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895344" y="20574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Notifications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95344" y="2880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77256" y="1463040"/>
            <a:ext cx="1508760" cy="1828800"/>
          </a:xfrm>
          <a:prstGeom prst="roundRect">
            <a:avLst>
              <a:gd name="adj" fmla="val 4848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77256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568696" y="20574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Schedule Automation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568696" y="2880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6-7 wks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50608" y="1463040"/>
            <a:ext cx="1508760" cy="1828800"/>
          </a:xfrm>
          <a:prstGeom prst="roundRect">
            <a:avLst>
              <a:gd name="adj" fmla="val 4848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50608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242048" y="20574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Feedback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42048" y="2880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 wks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live first: New Hire Info Collection, since nothing else needs to exist before it.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Dependency: Account &amp; Access Provisioning needs the collected employee details.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Rationalization: simple scoring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Business Impact + Feasibility + Strategic Alignment (max 15)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914400"/>
                <a:gridCol w="914400"/>
                <a:gridCol w="91440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EC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EC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EC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EC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EC1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Hire Info Collection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30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Document 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9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9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9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9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9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&amp; Access Provisioning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30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Schedule Automation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9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9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9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9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9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Status Notifications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30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Feedback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9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9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9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9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95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weighted priority score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factors matter equally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= (Impact x3) + (Feasibility x2) + (Alignment x2) + (Urgency x1) - (Risk x1)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weight?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97180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counts triple, so high-value use cases rise. Risk is subtracted, so fragile ideas drop. TechNova password reset: 5/5/5/4/1 = 38 vs next best 27.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251460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results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97180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Info Collection 39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 Access Provisioning 34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Schedule Automation 33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Notifications 28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23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mapping and ROI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Goal, use case, KPI, value, then the money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canvas: New Hire Info Collection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cut delay and manual effort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collection time 2 days to under 5 hrs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saves HR time, fewer follow-ups, faster onboarding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math (stated assumptions)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82880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hires x 20 min x Rs 1,500/hr x 80% = Rs 80,000/month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value: Rs 9.6 lakh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cost: Rs 4 lakh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= (9.6 - 4) / 4 = 1.4x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5 months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the 5-part pitch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lenses check it can be built; five parts sell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lenses (1-5)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can we build it?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is the data available and clean?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Organizational: will people adopt it?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weakest lens and its biggest risk. For onboarding it is Organizational (4/5): HR may keep using email and spreadsheets.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structure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82880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 case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Value and ROI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Feasibility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The Ask: approve an 8-10 week pilot and measure results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College Hostel Facilities Help Desk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Interview: Hostel Facilities Coordinator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charter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Maintenance Request Intake &amp; Tracking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Owners: Hostel Facilities Coordinator / Facilities Systems Lead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resolution 3 days to 1.5 days; auto-route 80% of requests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construction, emergencies, procurement, discipline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chain (sprints)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82880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Intake &amp; Classification (3-4 wks)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Auto-Routing (3-4 wks), depends on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Work Order Scheduling (4-5 wks)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SLA Escalation &amp; Status Updates (4-5 wks)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Resolution Feedback Loop (5-6 wks)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prioritization, ROI and pitch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pick: Automated Maintenance Request Intake &amp; Classification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Classification 39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Auto-Assignment 34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/ Electrical Reporting 32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Scheduling 31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Escalation 31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64408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18288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requests x 20 min x Rs 300/hr x 80% = Rs 32,000/month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Annual: Rs 3.84 lakh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Rs 1.2 lakh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2.2x (220%)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~3.75 months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8288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 8-10 week pilot. Measure first-response time (8 hrs to 2 hrs), classification accuracy, backlog and staff time saved.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795528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97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SSOT: one charter so business and tech build the same thing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84708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212848"/>
            <a:ext cx="795528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Bite-size: each sprint delivers value alone in 8-10 weeks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1401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50545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871216"/>
            <a:ext cx="795528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1401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Rationalize: score honestly and defend the top pick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16382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529584"/>
            <a:ext cx="795528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072384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the score: impact counts most, risk is subtracted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3075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82219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4187952"/>
            <a:ext cx="795528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307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it: state ROI assumptions, check feasibility, pitch with evidence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2026-09-28T09:29:05Z</dcterms:created>
  <dcterms:modified xsi:type="dcterms:W3CDTF">2026-09-28T09:29:05Z</dcterms:modified>
</cp:coreProperties>
</file>